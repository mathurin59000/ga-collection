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84" r:id="rId35"/>
  </p:sldIdLst>
  <p:sldSz cy="5143500" cx="9144000"/>
  <p:notesSz cx="6858000" cy="9144000"/>
  <p:embeddedFontLst>
    <p:embeddedFont>
      <p:font typeface="Raleway"/>
      <p:regular r:id="rId163"/>
      <p:bold r:id="rId164"/>
      <p:italic r:id="rId165"/>
      <p:boldItalic r:id="rId166"/>
    </p:embeddedFont>
    <p:embeddedFont>
      <p:font typeface="Caveat"/>
      <p:regular r:id="rId167"/>
      <p:bold r:id="rId168"/>
    </p:embeddedFont>
    <p:embeddedFont>
      <p:font typeface="Inter"/>
      <p:regular r:id="rId169"/>
      <p:bold r:id="rId170"/>
      <p:italic r:id="rId171"/>
      <p:boldItalic r:id="rId172"/>
    </p:embeddedFont>
    <p:embeddedFont>
      <p:font typeface="Montserrat Light"/>
      <p:regular r:id="rId173"/>
      <p:bold r:id="rId174"/>
      <p:italic r:id="rId175"/>
      <p:boldItalic r:id="rId176"/>
    </p:embeddedFont>
    <p:embeddedFont>
      <p:font typeface="Century Gothic"/>
      <p:regular r:id="rId177"/>
      <p:bold r:id="rId178"/>
      <p:italic r:id="rId179"/>
      <p:boldItalic r:id="rId180"/>
    </p:embeddedFont>
    <p:embeddedFont>
      <p:font typeface="Montserrat SemiBold"/>
      <p:regular r:id="rId181"/>
      <p:bold r:id="rId182"/>
      <p:italic r:id="rId183"/>
      <p:boldItalic r:id="rId184"/>
    </p:embeddedFont>
    <p:embeddedFont>
      <p:font typeface="Raleway ExtraBold"/>
      <p:bold r:id="rId185"/>
      <p:boldItalic r:id="rId186"/>
    </p:embeddedFont>
    <p:embeddedFont>
      <p:font typeface="Montserrat"/>
      <p:regular r:id="rId187"/>
      <p:bold r:id="rId188"/>
      <p:italic r:id="rId189"/>
      <p:boldItalic r:id="rId190"/>
    </p:embeddedFont>
    <p:embeddedFont>
      <p:font typeface="Bebas Neue"/>
      <p:regular r:id="rId191"/>
    </p:embeddedFont>
    <p:embeddedFont>
      <p:font typeface="Montserrat Medium"/>
      <p:regular r:id="rId192"/>
      <p:bold r:id="rId193"/>
      <p:italic r:id="rId194"/>
      <p:boldItalic r:id="rId195"/>
    </p:embeddedFont>
    <p:embeddedFont>
      <p:font typeface="Montserrat ExtraLight"/>
      <p:regular r:id="rId196"/>
      <p:bold r:id="rId197"/>
      <p:italic r:id="rId198"/>
      <p:boldItalic r:id="rId199"/>
    </p:embeddedFont>
    <p:embeddedFont>
      <p:font typeface="Montserrat ExtraBold"/>
      <p:bold r:id="rId200"/>
      <p:boldItalic r:id="rId20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4B6EFE4-7595-413B-8302-1878F9E042C4}">
  <a:tblStyle styleId="{74B6EFE4-7595-413B-8302-1878F9E042C4}" styleName="Table_0">
    <a:wholeTbl>
      <a:tcTxStyle b="off" i="off">
        <a:font>
          <a:latin typeface="Calibri"/>
          <a:ea typeface="Calibri"/>
          <a:cs typeface="Calibri"/>
        </a:font>
        <a:srgbClr val="1C343C"/>
      </a:tcTxStyle>
      <a:tcStyle>
        <a:tcBdr>
          <a:left>
            <a:ln cap="flat" cmpd="sng" w="12700">
              <a:solidFill>
                <a:srgbClr val="F0EBE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0EBE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0EBE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0EBE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0EBE4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0EBE4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rgbClr val="F0EBE4"/>
      </a:tcTxStyle>
      <a:tcStyle>
        <a:fill>
          <a:solidFill>
            <a:srgbClr val="E0B4A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0EBE4"/>
      </a:tcTxStyle>
      <a:tcStyle>
        <a:fill>
          <a:solidFill>
            <a:srgbClr val="E0B4A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0EBE4"/>
      </a:tcTxStyle>
      <a:tcStyle>
        <a:tcBdr>
          <a:top>
            <a:ln cap="flat" cmpd="sng" w="38100">
              <a:solidFill>
                <a:srgbClr val="F0EBE4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0B4A4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rgbClr val="F0EBE4"/>
      </a:tcTxStyle>
      <a:tcStyle>
        <a:tcBdr>
          <a:bottom>
            <a:ln cap="flat" cmpd="sng" w="38100">
              <a:solidFill>
                <a:srgbClr val="F0EBE4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E0B4A4"/>
          </a:solidFill>
        </a:fill>
      </a:tcStyle>
    </a:firstRow>
    <a:neCell>
      <a:tcTxStyle b="off" i="off"/>
    </a:neCell>
    <a:nwCell>
      <a:tcTxStyle b="off" i="off"/>
    </a:nwCell>
  </a:tblStyle>
  <a:tblStyle styleId="{825C301D-0D0E-4456-B76E-595E1DA24CE2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58FE129-1482-46B6-A1E0-11EDC1332117}" styleName="Table_2">
    <a:wholeTbl>
      <a:tcTxStyle b="off" i="off">
        <a:font>
          <a:latin typeface="Century Gothic"/>
          <a:ea typeface="Century Gothic"/>
          <a:cs typeface="Century Gothic"/>
        </a:font>
        <a:srgbClr val="EC6608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CE6E6"/>
          </a:solidFill>
        </a:fill>
      </a:tcStyle>
    </a:wholeTbl>
    <a:band1H>
      <a:tcTxStyle/>
      <a:tcStyle>
        <a:fill>
          <a:solidFill>
            <a:srgbClr val="F9CACA"/>
          </a:solidFill>
        </a:fill>
      </a:tcStyle>
    </a:band1H>
    <a:band2H>
      <a:tcTxStyle/>
    </a:band2H>
    <a:band1V>
      <a:tcTxStyle/>
      <a:tcStyle>
        <a:fill>
          <a:solidFill>
            <a:srgbClr val="F9CACA"/>
          </a:solidFill>
        </a:fill>
      </a:tcStyle>
    </a:band1V>
    <a:band2V>
      <a:tcTxStyle/>
    </a:band2V>
    <a:lastCol>
      <a:tcTxStyle b="on" i="off">
        <a:font>
          <a:latin typeface="Century Gothic"/>
          <a:ea typeface="Century Gothic"/>
          <a:cs typeface="Century Gothic"/>
        </a:font>
        <a:srgbClr val="FFFFFF"/>
      </a:tcTxStyle>
      <a:tcStyle>
        <a:fill>
          <a:solidFill>
            <a:srgbClr val="C15E0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rgbClr val="FFFFFF"/>
      </a:tcTxStyle>
      <a:tcStyle>
        <a:fill>
          <a:solidFill>
            <a:srgbClr val="C15E0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C15E0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entury Gothic"/>
          <a:ea typeface="Century Gothic"/>
          <a:cs typeface="Century Gothic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C15E0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35" Type="http://schemas.openxmlformats.org/officeDocument/2006/relationships/slide" Target="slides/slide29.xml"/><Relationship Id="rId163" Type="http://schemas.openxmlformats.org/officeDocument/2006/relationships/font" Target="fonts/Raleway-regular.fntdata"/><Relationship Id="rId164" Type="http://schemas.openxmlformats.org/officeDocument/2006/relationships/font" Target="fonts/Raleway-bold.fntdata"/><Relationship Id="rId165" Type="http://schemas.openxmlformats.org/officeDocument/2006/relationships/font" Target="fonts/Raleway-italic.fntdata"/><Relationship Id="rId166" Type="http://schemas.openxmlformats.org/officeDocument/2006/relationships/font" Target="fonts/Raleway-boldItalic.fntdata"/><Relationship Id="rId167" Type="http://schemas.openxmlformats.org/officeDocument/2006/relationships/font" Target="fonts/Caveat-regular.fntdata"/><Relationship Id="rId168" Type="http://schemas.openxmlformats.org/officeDocument/2006/relationships/font" Target="fonts/Caveat-bold.fntdata"/><Relationship Id="rId169" Type="http://schemas.openxmlformats.org/officeDocument/2006/relationships/font" Target="fonts/Inter-regular.fntdata"/><Relationship Id="rId170" Type="http://schemas.openxmlformats.org/officeDocument/2006/relationships/font" Target="fonts/Inter-bold.fntdata"/><Relationship Id="rId171" Type="http://schemas.openxmlformats.org/officeDocument/2006/relationships/font" Target="fonts/Inter-italic.fntdata"/><Relationship Id="rId172" Type="http://schemas.openxmlformats.org/officeDocument/2006/relationships/font" Target="fonts/Inter-boldItalic.fntdata"/><Relationship Id="rId173" Type="http://schemas.openxmlformats.org/officeDocument/2006/relationships/font" Target="fonts/MontserratLight-regular.fntdata"/><Relationship Id="rId174" Type="http://schemas.openxmlformats.org/officeDocument/2006/relationships/font" Target="fonts/MontserratLight-bold.fntdata"/><Relationship Id="rId175" Type="http://schemas.openxmlformats.org/officeDocument/2006/relationships/font" Target="fonts/MontserratLight-italic.fntdata"/><Relationship Id="rId176" Type="http://schemas.openxmlformats.org/officeDocument/2006/relationships/font" Target="fonts/MontserratLight-boldItalic.fntdata"/><Relationship Id="rId177" Type="http://schemas.openxmlformats.org/officeDocument/2006/relationships/font" Target="fonts/CenturyGothic-regular.fntdata"/><Relationship Id="rId178" Type="http://schemas.openxmlformats.org/officeDocument/2006/relationships/font" Target="fonts/CenturyGothic-bold.fntdata"/><Relationship Id="rId179" Type="http://schemas.openxmlformats.org/officeDocument/2006/relationships/font" Target="fonts/CenturyGothic-italic.fntdata"/><Relationship Id="rId180" Type="http://schemas.openxmlformats.org/officeDocument/2006/relationships/font" Target="fonts/CenturyGothic-boldItalic.fntdata"/><Relationship Id="rId181" Type="http://schemas.openxmlformats.org/officeDocument/2006/relationships/font" Target="fonts/MontserratSemiBold-regular.fntdata"/><Relationship Id="rId182" Type="http://schemas.openxmlformats.org/officeDocument/2006/relationships/font" Target="fonts/MontserratSemiBold-bold.fntdata"/><Relationship Id="rId183" Type="http://schemas.openxmlformats.org/officeDocument/2006/relationships/font" Target="fonts/MontserratSemiBold-italic.fntdata"/><Relationship Id="rId184" Type="http://schemas.openxmlformats.org/officeDocument/2006/relationships/font" Target="fonts/MontserratSemiBold-boldItalic.fntdata"/><Relationship Id="rId185" Type="http://schemas.openxmlformats.org/officeDocument/2006/relationships/font" Target="fonts/RalewayExtraBold-bold.fntdata"/><Relationship Id="rId186" Type="http://schemas.openxmlformats.org/officeDocument/2006/relationships/font" Target="fonts/RalewayExtraBold-boldItalic.fntdata"/><Relationship Id="rId187" Type="http://schemas.openxmlformats.org/officeDocument/2006/relationships/font" Target="fonts/Montserrat-regular.fntdata"/><Relationship Id="rId188" Type="http://schemas.openxmlformats.org/officeDocument/2006/relationships/font" Target="fonts/Montserrat-bold.fntdata"/><Relationship Id="rId189" Type="http://schemas.openxmlformats.org/officeDocument/2006/relationships/font" Target="fonts/Montserrat-italic.fntdata"/><Relationship Id="rId190" Type="http://schemas.openxmlformats.org/officeDocument/2006/relationships/font" Target="fonts/Montserrat-boldItalic.fntdata"/><Relationship Id="rId191" Type="http://schemas.openxmlformats.org/officeDocument/2006/relationships/font" Target="fonts/BebasNeue-regular.fntdata"/><Relationship Id="rId192" Type="http://schemas.openxmlformats.org/officeDocument/2006/relationships/font" Target="fonts/MontserratMedium-regular.fntdata"/><Relationship Id="rId193" Type="http://schemas.openxmlformats.org/officeDocument/2006/relationships/font" Target="fonts/MontserratMedium-bold.fntdata"/><Relationship Id="rId194" Type="http://schemas.openxmlformats.org/officeDocument/2006/relationships/font" Target="fonts/MontserratMedium-italic.fntdata"/><Relationship Id="rId195" Type="http://schemas.openxmlformats.org/officeDocument/2006/relationships/font" Target="fonts/MontserratMedium-boldItalic.fntdata"/><Relationship Id="rId196" Type="http://schemas.openxmlformats.org/officeDocument/2006/relationships/font" Target="fonts/MontserratExtraLight-regular.fntdata"/><Relationship Id="rId197" Type="http://schemas.openxmlformats.org/officeDocument/2006/relationships/font" Target="fonts/MontserratExtraLight-bold.fntdata"/><Relationship Id="rId198" Type="http://schemas.openxmlformats.org/officeDocument/2006/relationships/font" Target="fonts/MontserratExtraLight-italic.fntdata"/><Relationship Id="rId199" Type="http://schemas.openxmlformats.org/officeDocument/2006/relationships/font" Target="fonts/MontserratExtraLight-boldItalic.fntdata"/><Relationship Id="rId200" Type="http://schemas.openxmlformats.org/officeDocument/2006/relationships/font" Target="fonts/MontserratExtraBold-bold.fntdata"/><Relationship Id="rId201" Type="http://schemas.openxmlformats.org/officeDocument/2006/relationships/font" Target="fonts/MontserratExtraBold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036d74a01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036d74a01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0" name="Google Shape;70;g39036d74a01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9036d74a01_1_4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9036d74a01_1_4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9036d74a01_1_4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>
  <p:cSld name="TITLE_3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3">
  <p:cSld name="BLANK_3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10478" y="4600516"/>
            <a:ext cx="438284" cy="43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DEO - 01 COUVERTURE">
  <p:cSld name="TITLE_AND_BODY_1_5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F5A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Google Shape;14;p4"/>
          <p:cNvSpPr/>
          <p:nvPr/>
        </p:nvSpPr>
        <p:spPr>
          <a:xfrm>
            <a:off x="264300" y="250800"/>
            <a:ext cx="8615400" cy="4641900"/>
          </a:xfrm>
          <a:prstGeom prst="round1Rect">
            <a:avLst>
              <a:gd fmla="val 21251" name="adj"/>
            </a:avLst>
          </a:prstGeom>
          <a:solidFill>
            <a:srgbClr val="2238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" name="Google Shape;15;p4" title="COUVERTURE.png"/>
          <p:cNvPicPr preferRelativeResize="0"/>
          <p:nvPr/>
        </p:nvPicPr>
        <p:blipFill rotWithShape="1">
          <a:blip r:embed="rId2">
            <a:alphaModFix/>
          </a:blip>
          <a:srcRect b="2107" l="0" r="0" t="2107"/>
          <a:stretch/>
        </p:blipFill>
        <p:spPr>
          <a:xfrm>
            <a:off x="264300" y="250750"/>
            <a:ext cx="8615400" cy="4641900"/>
          </a:xfrm>
          <a:prstGeom prst="round1Rect">
            <a:avLst>
              <a:gd fmla="val 21308" name="adj"/>
            </a:avLst>
          </a:prstGeom>
          <a:noFill/>
          <a:ln>
            <a:noFill/>
          </a:ln>
        </p:spPr>
      </p:pic>
      <p:pic>
        <p:nvPicPr>
          <p:cNvPr id="16" name="Google Shape;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126" y="4017024"/>
            <a:ext cx="680149" cy="680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DEO - 02 COUVERTURE">
  <p:cSld name="TITLE_AND_BODY_1_5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F5A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Google Shape;19;p5"/>
          <p:cNvSpPr/>
          <p:nvPr/>
        </p:nvSpPr>
        <p:spPr>
          <a:xfrm>
            <a:off x="264300" y="250800"/>
            <a:ext cx="8615400" cy="4641900"/>
          </a:xfrm>
          <a:prstGeom prst="round1Rect">
            <a:avLst>
              <a:gd fmla="val 21251" name="adj"/>
            </a:avLst>
          </a:prstGeom>
          <a:solidFill>
            <a:srgbClr val="2238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" name="Google Shape;20;p5" title="COUVERTURE.png"/>
          <p:cNvPicPr preferRelativeResize="0"/>
          <p:nvPr/>
        </p:nvPicPr>
        <p:blipFill rotWithShape="1">
          <a:blip r:embed="rId2">
            <a:alphaModFix/>
          </a:blip>
          <a:srcRect b="2107" l="0" r="0" t="2107"/>
          <a:stretch/>
        </p:blipFill>
        <p:spPr>
          <a:xfrm>
            <a:off x="264300" y="250750"/>
            <a:ext cx="8615400" cy="4641900"/>
          </a:xfrm>
          <a:prstGeom prst="round1Rect">
            <a:avLst>
              <a:gd fmla="val 21308" name="adj"/>
            </a:avLst>
          </a:prstGeom>
          <a:noFill/>
          <a:ln>
            <a:noFill/>
          </a:ln>
        </p:spPr>
      </p:pic>
      <p:pic>
        <p:nvPicPr>
          <p:cNvPr id="21" name="Google Shape;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126" y="4017024"/>
            <a:ext cx="680149" cy="68017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"/>
          <p:cNvSpPr/>
          <p:nvPr/>
        </p:nvSpPr>
        <p:spPr>
          <a:xfrm>
            <a:off x="1018444" y="1078361"/>
            <a:ext cx="4439400" cy="1189500"/>
          </a:xfrm>
          <a:prstGeom prst="round1Rect">
            <a:avLst>
              <a:gd fmla="val 43645" name="adj"/>
            </a:avLst>
          </a:prstGeom>
          <a:solidFill>
            <a:srgbClr val="223848"/>
          </a:solidFill>
          <a:ln>
            <a:noFill/>
          </a:ln>
        </p:spPr>
        <p:txBody>
          <a:bodyPr anchorCtr="0" anchor="ctr" bIns="98150" lIns="98150" spcFirstLastPara="1" rIns="98150" wrap="square" tIns="98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3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DEO - 02 INTERCALAIRES">
  <p:cSld name="TITLE_AND_BODY_1_4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F5A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" name="Google Shape;25;p6"/>
          <p:cNvSpPr/>
          <p:nvPr/>
        </p:nvSpPr>
        <p:spPr>
          <a:xfrm>
            <a:off x="264300" y="250800"/>
            <a:ext cx="8615400" cy="4641900"/>
          </a:xfrm>
          <a:prstGeom prst="round1Rect">
            <a:avLst>
              <a:gd fmla="val 21251" name="adj"/>
            </a:avLst>
          </a:prstGeom>
          <a:solidFill>
            <a:srgbClr val="2238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" name="Google Shape;2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17508" y="4226466"/>
            <a:ext cx="534400" cy="53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DEO - 02 INTERCALAIRES 1">
  <p:cSld name="TITLE_AND_BODY_1_4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F5A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" name="Google Shape;29;p7"/>
          <p:cNvSpPr/>
          <p:nvPr/>
        </p:nvSpPr>
        <p:spPr>
          <a:xfrm>
            <a:off x="264300" y="250800"/>
            <a:ext cx="8615400" cy="4641900"/>
          </a:xfrm>
          <a:prstGeom prst="round1Rect">
            <a:avLst>
              <a:gd fmla="val 21251" name="adj"/>
            </a:avLst>
          </a:prstGeom>
          <a:solidFill>
            <a:srgbClr val="2238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Google Shape;30;p7"/>
          <p:cNvSpPr/>
          <p:nvPr/>
        </p:nvSpPr>
        <p:spPr>
          <a:xfrm>
            <a:off x="264300" y="4226475"/>
            <a:ext cx="8615400" cy="666000"/>
          </a:xfrm>
          <a:prstGeom prst="round1Rect">
            <a:avLst>
              <a:gd fmla="val 50000" name="adj"/>
            </a:avLst>
          </a:prstGeom>
          <a:solidFill>
            <a:srgbClr val="14B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" name="Google Shape;3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12963" y="4347110"/>
            <a:ext cx="424674" cy="424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DEO - 03 NEUTRE">
  <p:cSld name="TITLE_AND_BODY_1_2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4447790" y="4905375"/>
            <a:ext cx="243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sz="1400"/>
          </a:p>
        </p:txBody>
      </p:sp>
      <p:sp>
        <p:nvSpPr>
          <p:cNvPr id="34" name="Google Shape;34;p8"/>
          <p:cNvSpPr txBox="1"/>
          <p:nvPr>
            <p:ph idx="2" type="sldNum"/>
          </p:nvPr>
        </p:nvSpPr>
        <p:spPr>
          <a:xfrm>
            <a:off x="4447790" y="4905375"/>
            <a:ext cx="243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sz="1400"/>
          </a:p>
        </p:txBody>
      </p:sp>
      <p:sp>
        <p:nvSpPr>
          <p:cNvPr id="35" name="Google Shape;35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F5A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Google Shape;36;p8"/>
          <p:cNvSpPr/>
          <p:nvPr/>
        </p:nvSpPr>
        <p:spPr>
          <a:xfrm>
            <a:off x="86550" y="89850"/>
            <a:ext cx="8966100" cy="4963800"/>
          </a:xfrm>
          <a:prstGeom prst="round1Rect">
            <a:avLst>
              <a:gd fmla="val 16667" name="adj"/>
            </a:avLst>
          </a:prstGeom>
          <a:solidFill>
            <a:srgbClr val="2238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7" name="Google Shape;3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11835" y="4606486"/>
            <a:ext cx="353900" cy="353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" name="Google Shape;38;p8"/>
          <p:cNvCxnSpPr/>
          <p:nvPr/>
        </p:nvCxnSpPr>
        <p:spPr>
          <a:xfrm>
            <a:off x="8522975" y="4704691"/>
            <a:ext cx="0" cy="157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" name="Google Shape;39;p8"/>
          <p:cNvSpPr txBox="1"/>
          <p:nvPr/>
        </p:nvSpPr>
        <p:spPr>
          <a:xfrm>
            <a:off x="8179275" y="4668390"/>
            <a:ext cx="243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fr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DEO - 01- COUVERTURE">
  <p:cSld name="TITLE_AND_BODY_1_5_1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F5A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" name="Google Shape;42;p9"/>
          <p:cNvSpPr/>
          <p:nvPr/>
        </p:nvSpPr>
        <p:spPr>
          <a:xfrm>
            <a:off x="264300" y="250800"/>
            <a:ext cx="8615400" cy="4641900"/>
          </a:xfrm>
          <a:prstGeom prst="round1Rect">
            <a:avLst>
              <a:gd fmla="val 21251" name="adj"/>
            </a:avLst>
          </a:prstGeom>
          <a:solidFill>
            <a:srgbClr val="2238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" name="Google Shape;43;p9"/>
          <p:cNvSpPr/>
          <p:nvPr/>
        </p:nvSpPr>
        <p:spPr>
          <a:xfrm>
            <a:off x="264300" y="3988350"/>
            <a:ext cx="8618400" cy="906600"/>
          </a:xfrm>
          <a:prstGeom prst="round1Rect">
            <a:avLst>
              <a:gd fmla="val 50000" name="adj"/>
            </a:avLst>
          </a:prstGeom>
          <a:solidFill>
            <a:srgbClr val="14B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" name="Google Shape;4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24400" y="4158401"/>
            <a:ext cx="594100" cy="59417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9"/>
          <p:cNvSpPr/>
          <p:nvPr>
            <p:ph idx="2" type="pic"/>
          </p:nvPr>
        </p:nvSpPr>
        <p:spPr>
          <a:xfrm>
            <a:off x="253100" y="251275"/>
            <a:ext cx="3765600" cy="4641600"/>
          </a:xfrm>
          <a:prstGeom prst="round1Rect">
            <a:avLst>
              <a:gd fmla="val 22826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DEO - 02- SOMMAIRE">
  <p:cSld name="TITLE_AND_BODY_1_4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F5A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" name="Google Shape;48;p10"/>
          <p:cNvSpPr/>
          <p:nvPr/>
        </p:nvSpPr>
        <p:spPr>
          <a:xfrm>
            <a:off x="264300" y="250800"/>
            <a:ext cx="8615400" cy="4641900"/>
          </a:xfrm>
          <a:prstGeom prst="round1Rect">
            <a:avLst>
              <a:gd fmla="val 21251" name="adj"/>
            </a:avLst>
          </a:prstGeom>
          <a:solidFill>
            <a:srgbClr val="2238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" name="Google Shape;4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17508" y="4226466"/>
            <a:ext cx="534400" cy="534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10"/>
          <p:cNvPicPr preferRelativeResize="0"/>
          <p:nvPr/>
        </p:nvPicPr>
        <p:blipFill rotWithShape="1">
          <a:blip r:embed="rId3">
            <a:alphaModFix amt="20000"/>
          </a:blip>
          <a:srcRect b="27204" l="22233" r="0" t="0"/>
          <a:stretch/>
        </p:blipFill>
        <p:spPr>
          <a:xfrm>
            <a:off x="-7864" y="1627464"/>
            <a:ext cx="3880975" cy="363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DEO - 03 - AGENDA">
  <p:cSld name="TITLE_AND_BODY_1_4_2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F5A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" name="Google Shape;53;p11"/>
          <p:cNvSpPr/>
          <p:nvPr/>
        </p:nvSpPr>
        <p:spPr>
          <a:xfrm>
            <a:off x="264300" y="250800"/>
            <a:ext cx="8615400" cy="4641900"/>
          </a:xfrm>
          <a:prstGeom prst="round1Rect">
            <a:avLst>
              <a:gd fmla="val 21251" name="adj"/>
            </a:avLst>
          </a:prstGeom>
          <a:solidFill>
            <a:srgbClr val="2238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4" name="Google Shape;5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17508" y="4226466"/>
            <a:ext cx="534400" cy="534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1"/>
          <p:cNvPicPr preferRelativeResize="0"/>
          <p:nvPr/>
        </p:nvPicPr>
        <p:blipFill rotWithShape="1">
          <a:blip r:embed="rId3">
            <a:alphaModFix amt="20000"/>
          </a:blip>
          <a:srcRect b="14082" l="13021" r="0" t="0"/>
          <a:stretch/>
        </p:blipFill>
        <p:spPr>
          <a:xfrm>
            <a:off x="-62917" y="1761163"/>
            <a:ext cx="3469772" cy="342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DEO - 05 - GRANDS TITRES">
  <p:cSld name="TITLE_AND_BODY_1_2_2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4447790" y="4905375"/>
            <a:ext cx="243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sz="1400"/>
          </a:p>
        </p:txBody>
      </p:sp>
      <p:sp>
        <p:nvSpPr>
          <p:cNvPr id="58" name="Google Shape;58;p12"/>
          <p:cNvSpPr txBox="1"/>
          <p:nvPr>
            <p:ph idx="2" type="sldNum"/>
          </p:nvPr>
        </p:nvSpPr>
        <p:spPr>
          <a:xfrm>
            <a:off x="4447790" y="4905375"/>
            <a:ext cx="243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sz="1400"/>
          </a:p>
        </p:txBody>
      </p:sp>
      <p:sp>
        <p:nvSpPr>
          <p:cNvPr id="59" name="Google Shape;59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38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F5A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12"/>
          <p:cNvSpPr/>
          <p:nvPr/>
        </p:nvSpPr>
        <p:spPr>
          <a:xfrm>
            <a:off x="86550" y="89850"/>
            <a:ext cx="8966100" cy="4963800"/>
          </a:xfrm>
          <a:prstGeom prst="round1Rect">
            <a:avLst>
              <a:gd fmla="val 16667" name="adj"/>
            </a:avLst>
          </a:prstGeom>
          <a:solidFill>
            <a:srgbClr val="2238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" name="Google Shape;62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54178" y="4339542"/>
            <a:ext cx="534400" cy="53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DEO - MERCI">
  <p:cSld name="TITLE_AND_BODY_1_4_3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F5A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5" name="Google Shape;65;p13" title="GettyImages-2169223717.jpg"/>
          <p:cNvPicPr preferRelativeResize="0"/>
          <p:nvPr/>
        </p:nvPicPr>
        <p:blipFill rotWithShape="1">
          <a:blip r:embed="rId2">
            <a:alphaModFix/>
          </a:blip>
          <a:srcRect b="7004" l="0" r="0" t="7585"/>
          <a:stretch/>
        </p:blipFill>
        <p:spPr>
          <a:xfrm>
            <a:off x="264300" y="250800"/>
            <a:ext cx="8615400" cy="4641900"/>
          </a:xfrm>
          <a:prstGeom prst="round1Rect">
            <a:avLst>
              <a:gd fmla="val 21128" name="adj"/>
            </a:avLst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7508" y="4226466"/>
            <a:ext cx="534400" cy="53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23848"/>
              </a:buClr>
              <a:buSzPts val="2800"/>
              <a:buFont typeface="Montserrat"/>
              <a:buNone/>
              <a:defRPr sz="2800">
                <a:solidFill>
                  <a:srgbClr val="22384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23848"/>
              </a:buClr>
              <a:buSzPts val="2800"/>
              <a:buFont typeface="Bebas Neue"/>
              <a:buNone/>
              <a:defRPr sz="2800">
                <a:solidFill>
                  <a:srgbClr val="223848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23848"/>
              </a:buClr>
              <a:buSzPts val="2800"/>
              <a:buFont typeface="Bebas Neue"/>
              <a:buNone/>
              <a:defRPr sz="2800">
                <a:solidFill>
                  <a:srgbClr val="223848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23848"/>
              </a:buClr>
              <a:buSzPts val="2800"/>
              <a:buFont typeface="Bebas Neue"/>
              <a:buNone/>
              <a:defRPr sz="2800">
                <a:solidFill>
                  <a:srgbClr val="223848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23848"/>
              </a:buClr>
              <a:buSzPts val="2800"/>
              <a:buFont typeface="Bebas Neue"/>
              <a:buNone/>
              <a:defRPr sz="2800">
                <a:solidFill>
                  <a:srgbClr val="223848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23848"/>
              </a:buClr>
              <a:buSzPts val="2800"/>
              <a:buFont typeface="Bebas Neue"/>
              <a:buNone/>
              <a:defRPr sz="2800">
                <a:solidFill>
                  <a:srgbClr val="223848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23848"/>
              </a:buClr>
              <a:buSzPts val="2800"/>
              <a:buFont typeface="Bebas Neue"/>
              <a:buNone/>
              <a:defRPr sz="2800">
                <a:solidFill>
                  <a:srgbClr val="223848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23848"/>
              </a:buClr>
              <a:buSzPts val="2800"/>
              <a:buFont typeface="Bebas Neue"/>
              <a:buNone/>
              <a:defRPr sz="2800">
                <a:solidFill>
                  <a:srgbClr val="223848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23848"/>
              </a:buClr>
              <a:buSzPts val="2800"/>
              <a:buFont typeface="Bebas Neue"/>
              <a:buNone/>
              <a:defRPr sz="2800">
                <a:solidFill>
                  <a:srgbClr val="223848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3848"/>
              </a:buClr>
              <a:buSzPts val="1800"/>
              <a:buFont typeface="Montserrat"/>
              <a:buChar char="●"/>
              <a:defRPr sz="1800">
                <a:solidFill>
                  <a:srgbClr val="22384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3848"/>
              </a:buClr>
              <a:buSzPts val="1400"/>
              <a:buFont typeface="Montserrat"/>
              <a:buChar char="○"/>
              <a:defRPr>
                <a:solidFill>
                  <a:srgbClr val="22384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3848"/>
              </a:buClr>
              <a:buSzPts val="1400"/>
              <a:buFont typeface="Montserrat"/>
              <a:buChar char="■"/>
              <a:defRPr>
                <a:solidFill>
                  <a:srgbClr val="22384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3848"/>
              </a:buClr>
              <a:buSzPts val="1400"/>
              <a:buFont typeface="Montserrat"/>
              <a:buChar char="●"/>
              <a:defRPr>
                <a:solidFill>
                  <a:srgbClr val="22384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3848"/>
              </a:buClr>
              <a:buSzPts val="1400"/>
              <a:buFont typeface="Montserrat"/>
              <a:buChar char="○"/>
              <a:defRPr>
                <a:solidFill>
                  <a:srgbClr val="22384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3848"/>
              </a:buClr>
              <a:buSzPts val="1400"/>
              <a:buFont typeface="Montserrat"/>
              <a:buChar char="■"/>
              <a:defRPr>
                <a:solidFill>
                  <a:srgbClr val="22384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3848"/>
              </a:buClr>
              <a:buSzPts val="1400"/>
              <a:buFont typeface="Montserrat"/>
              <a:buChar char="●"/>
              <a:defRPr>
                <a:solidFill>
                  <a:srgbClr val="22384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3848"/>
              </a:buClr>
              <a:buSzPts val="1400"/>
              <a:buFont typeface="Montserrat"/>
              <a:buChar char="○"/>
              <a:defRPr>
                <a:solidFill>
                  <a:srgbClr val="22384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3848"/>
              </a:buClr>
              <a:buSzPts val="1400"/>
              <a:buFont typeface="Montserrat"/>
              <a:buChar char="■"/>
              <a:defRPr>
                <a:solidFill>
                  <a:srgbClr val="22384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76008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/>
        </p:nvSpPr>
        <p:spPr>
          <a:xfrm>
            <a:off x="4483831" y="3074993"/>
            <a:ext cx="1992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{{period}}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4448570" y="2190050"/>
            <a:ext cx="43755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{{intro}}</a:t>
            </a:r>
            <a:br>
              <a:rPr lang="fr" sz="24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</a:br>
            <a:endParaRPr sz="2000">
              <a:solidFill>
                <a:srgbClr val="FFFFFF"/>
              </a:solidFill>
            </a:endParaRPr>
          </a:p>
        </p:txBody>
      </p:sp>
      <p:cxnSp>
        <p:nvCxnSpPr>
          <p:cNvPr id="74" name="Google Shape;74;p14"/>
          <p:cNvCxnSpPr/>
          <p:nvPr/>
        </p:nvCxnSpPr>
        <p:spPr>
          <a:xfrm>
            <a:off x="4571238" y="3045144"/>
            <a:ext cx="358500" cy="0"/>
          </a:xfrm>
          <a:prstGeom prst="straightConnector1">
            <a:avLst/>
          </a:prstGeom>
          <a:noFill/>
          <a:ln cap="flat" cmpd="sng" w="28575">
            <a:solidFill>
              <a:srgbClr val="14B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" name="Google Shape;75;p14"/>
          <p:cNvSpPr txBox="1"/>
          <p:nvPr/>
        </p:nvSpPr>
        <p:spPr>
          <a:xfrm>
            <a:off x="4448575" y="548200"/>
            <a:ext cx="4309200" cy="17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0">
                <a:solidFill>
                  <a:srgbClr val="14B5C6"/>
                </a:solidFill>
                <a:latin typeface="Caveat"/>
                <a:ea typeface="Caveat"/>
                <a:cs typeface="Caveat"/>
                <a:sym typeface="Caveat"/>
              </a:rPr>
              <a:t>{{title}}</a:t>
            </a:r>
            <a:endParaRPr b="1" sz="800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2"/>
          <p:cNvSpPr txBox="1"/>
          <p:nvPr/>
        </p:nvSpPr>
        <p:spPr>
          <a:xfrm>
            <a:off x="0" y="610364"/>
            <a:ext cx="9144000" cy="11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>
                <a:solidFill>
                  <a:srgbClr val="F78C2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{{item_title}}</a:t>
            </a:r>
            <a:br>
              <a:rPr lang="fr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4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20" name="Google Shape;520;p42"/>
          <p:cNvCxnSpPr/>
          <p:nvPr/>
        </p:nvCxnSpPr>
        <p:spPr>
          <a:xfrm>
            <a:off x="4310700" y="1713754"/>
            <a:ext cx="522600" cy="0"/>
          </a:xfrm>
          <a:prstGeom prst="straightConnector1">
            <a:avLst/>
          </a:prstGeom>
          <a:noFill/>
          <a:ln cap="flat" cmpd="sng" w="28575">
            <a:solidFill>
              <a:srgbClr val="F78C2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1" name="Google Shape;521;p42"/>
          <p:cNvSpPr txBox="1"/>
          <p:nvPr/>
        </p:nvSpPr>
        <p:spPr>
          <a:xfrm>
            <a:off x="1084350" y="4272925"/>
            <a:ext cx="69753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54600" lIns="54600" spcFirstLastPara="1" rIns="54600" wrap="square" tIns="546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900">
                <a:solidFill>
                  <a:srgbClr val="FFFFFF"/>
                </a:solidFill>
                <a:highlight>
                  <a:srgbClr val="223848"/>
                </a:highlight>
                <a:latin typeface="Montserrat"/>
                <a:ea typeface="Montserrat"/>
                <a:cs typeface="Montserrat"/>
                <a:sym typeface="Montserrat"/>
              </a:rPr>
              <a:t>{{item_text}}</a:t>
            </a:r>
            <a:endParaRPr sz="900">
              <a:solidFill>
                <a:srgbClr val="FFFFFF"/>
              </a:solidFill>
              <a:highlight>
                <a:srgbClr val="223848"/>
              </a:highlight>
            </a:endParaRPr>
          </a:p>
        </p:txBody>
      </p:sp>
      <p:sp>
        <p:nvSpPr>
          <p:cNvPr id="522" name="TextBox 521"/>
          <p:cNvSpPr txBox="1"/>
          <p:nvPr/>
        </p:nvSpPr>
        <p:spPr>
          <a:xfrm>
            <a:off x="1084350" y="1969125"/>
            <a:ext cx="6975300" cy="2594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{{media}}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DEO TEMPLATE SLIDES">
  <a:themeElements>
    <a:clrScheme name="Simple Light">
      <a:dk1>
        <a:srgbClr val="223848"/>
      </a:dk1>
      <a:lt1>
        <a:srgbClr val="FFFFFF"/>
      </a:lt1>
      <a:dk2>
        <a:srgbClr val="3F5A6C"/>
      </a:dk2>
      <a:lt2>
        <a:srgbClr val="F3F3F3"/>
      </a:lt2>
      <a:accent1>
        <a:srgbClr val="14B5C6"/>
      </a:accent1>
      <a:accent2>
        <a:srgbClr val="907AD6"/>
      </a:accent2>
      <a:accent3>
        <a:srgbClr val="E0446D"/>
      </a:accent3>
      <a:accent4>
        <a:srgbClr val="F78C23"/>
      </a:accent4>
      <a:accent5>
        <a:srgbClr val="F2CB27"/>
      </a:accent5>
      <a:accent6>
        <a:srgbClr val="0ECC8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